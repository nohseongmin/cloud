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Hoves" charset="1" panose="02000003020000060003"/>
      <p:regular r:id="rId20"/>
    </p:embeddedFont>
    <p:embeddedFont>
      <p:font typeface="TT Hoves Bold" charset="1" panose="0200000302000006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VAHFh_jK4bw.mp4" Type="http://schemas.openxmlformats.org/officeDocument/2006/relationships/video"/><Relationship Id="rId6" Target="../media/VAHFh_jK4bw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2715" y="2636348"/>
            <a:ext cx="3198029" cy="3198029"/>
          </a:xfrm>
          <a:custGeom>
            <a:avLst/>
            <a:gdLst/>
            <a:ahLst/>
            <a:cxnLst/>
            <a:rect r="r" b="b" t="t" l="l"/>
            <a:pathLst>
              <a:path h="3198029" w="3198029">
                <a:moveTo>
                  <a:pt x="0" y="0"/>
                </a:moveTo>
                <a:lnTo>
                  <a:pt x="3198029" y="0"/>
                </a:lnTo>
                <a:lnTo>
                  <a:pt x="3198029" y="3198028"/>
                </a:lnTo>
                <a:lnTo>
                  <a:pt x="0" y="3198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sungminNoh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202244012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0365" y="6824949"/>
            <a:ext cx="10910396" cy="165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b="true" sz="12998" spc="-63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NO CAP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365" y="8568593"/>
            <a:ext cx="8459795" cy="57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week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2511622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sz="9695" spc="-47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🌱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06356" y="4045179"/>
            <a:ext cx="12848611" cy="3576418"/>
          </a:xfrm>
          <a:custGeom>
            <a:avLst/>
            <a:gdLst/>
            <a:ahLst/>
            <a:cxnLst/>
            <a:rect r="r" b="b" t="t" l="l"/>
            <a:pathLst>
              <a:path h="3576418" w="12848611">
                <a:moveTo>
                  <a:pt x="0" y="0"/>
                </a:moveTo>
                <a:lnTo>
                  <a:pt x="12848611" y="0"/>
                </a:lnTo>
                <a:lnTo>
                  <a:pt x="12848611" y="3576418"/>
                </a:lnTo>
                <a:lnTo>
                  <a:pt x="0" y="357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2511622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sz="9695" spc="-47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🌱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520846" y="-37987"/>
            <a:ext cx="11246308" cy="11290819"/>
          </a:xfrm>
          <a:custGeom>
            <a:avLst/>
            <a:gdLst/>
            <a:ahLst/>
            <a:cxnLst/>
            <a:rect r="r" b="b" t="t" l="l"/>
            <a:pathLst>
              <a:path h="11290819" w="11246308">
                <a:moveTo>
                  <a:pt x="0" y="0"/>
                </a:moveTo>
                <a:lnTo>
                  <a:pt x="11246308" y="0"/>
                </a:lnTo>
                <a:lnTo>
                  <a:pt x="11246308" y="11290818"/>
                </a:lnTo>
                <a:lnTo>
                  <a:pt x="0" y="11290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2511622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Progress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06356" y="4138258"/>
            <a:ext cx="14161304" cy="1840970"/>
          </a:xfrm>
          <a:custGeom>
            <a:avLst/>
            <a:gdLst/>
            <a:ahLst/>
            <a:cxnLst/>
            <a:rect r="r" b="b" t="t" l="l"/>
            <a:pathLst>
              <a:path h="1840970" w="14161304">
                <a:moveTo>
                  <a:pt x="0" y="0"/>
                </a:moveTo>
                <a:lnTo>
                  <a:pt x="14161304" y="0"/>
                </a:lnTo>
                <a:lnTo>
                  <a:pt x="14161304" y="1840970"/>
                </a:lnTo>
                <a:lnTo>
                  <a:pt x="0" y="1840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766868" y="2721972"/>
            <a:ext cx="11100029" cy="6249316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26331" y="3313138"/>
            <a:ext cx="8588626" cy="4863096"/>
          </a:xfrm>
          <a:custGeom>
            <a:avLst/>
            <a:gdLst/>
            <a:ahLst/>
            <a:cxnLst/>
            <a:rect r="r" b="b" t="t" l="l"/>
            <a:pathLst>
              <a:path h="4863096" w="8588626">
                <a:moveTo>
                  <a:pt x="0" y="0"/>
                </a:moveTo>
                <a:lnTo>
                  <a:pt x="8588626" y="0"/>
                </a:lnTo>
                <a:lnTo>
                  <a:pt x="8588626" y="4863097"/>
                </a:lnTo>
                <a:lnTo>
                  <a:pt x="0" y="4863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983598" y="1645750"/>
            <a:ext cx="8964581" cy="8197874"/>
          </a:xfrm>
          <a:custGeom>
            <a:avLst/>
            <a:gdLst/>
            <a:ahLst/>
            <a:cxnLst/>
            <a:rect r="r" b="b" t="t" l="l"/>
            <a:pathLst>
              <a:path h="8197874" w="8964581">
                <a:moveTo>
                  <a:pt x="0" y="0"/>
                </a:moveTo>
                <a:lnTo>
                  <a:pt x="8964582" y="0"/>
                </a:lnTo>
                <a:lnTo>
                  <a:pt x="8964582" y="8197874"/>
                </a:lnTo>
                <a:lnTo>
                  <a:pt x="0" y="8197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66868" y="2961660"/>
            <a:ext cx="3342532" cy="3342532"/>
          </a:xfrm>
          <a:custGeom>
            <a:avLst/>
            <a:gdLst/>
            <a:ahLst/>
            <a:cxnLst/>
            <a:rect r="r" b="b" t="t" l="l"/>
            <a:pathLst>
              <a:path h="3342532" w="3342532">
                <a:moveTo>
                  <a:pt x="0" y="0"/>
                </a:moveTo>
                <a:lnTo>
                  <a:pt x="3342532" y="0"/>
                </a:lnTo>
                <a:lnTo>
                  <a:pt x="3342532" y="3342532"/>
                </a:lnTo>
                <a:lnTo>
                  <a:pt x="0" y="3342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0892" y="2961660"/>
            <a:ext cx="8100997" cy="3342532"/>
          </a:xfrm>
          <a:custGeom>
            <a:avLst/>
            <a:gdLst/>
            <a:ahLst/>
            <a:cxnLst/>
            <a:rect r="r" b="b" t="t" l="l"/>
            <a:pathLst>
              <a:path h="3342532" w="8100997">
                <a:moveTo>
                  <a:pt x="0" y="0"/>
                </a:moveTo>
                <a:lnTo>
                  <a:pt x="8100998" y="0"/>
                </a:lnTo>
                <a:lnTo>
                  <a:pt x="8100998" y="3342532"/>
                </a:lnTo>
                <a:lnTo>
                  <a:pt x="0" y="3342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66868" y="2795251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70187" y="3118619"/>
            <a:ext cx="5372196" cy="4382581"/>
          </a:xfrm>
          <a:custGeom>
            <a:avLst/>
            <a:gdLst/>
            <a:ahLst/>
            <a:cxnLst/>
            <a:rect r="r" b="b" t="t" l="l"/>
            <a:pathLst>
              <a:path h="4382581" w="5372196">
                <a:moveTo>
                  <a:pt x="0" y="0"/>
                </a:moveTo>
                <a:lnTo>
                  <a:pt x="5372196" y="0"/>
                </a:lnTo>
                <a:lnTo>
                  <a:pt x="5372196" y="4382581"/>
                </a:lnTo>
                <a:lnTo>
                  <a:pt x="0" y="4382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656609" y="93142"/>
            <a:ext cx="11381089" cy="10100717"/>
          </a:xfrm>
          <a:custGeom>
            <a:avLst/>
            <a:gdLst/>
            <a:ahLst/>
            <a:cxnLst/>
            <a:rect r="r" b="b" t="t" l="l"/>
            <a:pathLst>
              <a:path h="10100717" w="11381089">
                <a:moveTo>
                  <a:pt x="0" y="0"/>
                </a:moveTo>
                <a:lnTo>
                  <a:pt x="11381089" y="0"/>
                </a:lnTo>
                <a:lnTo>
                  <a:pt x="11381089" y="10100716"/>
                </a:lnTo>
                <a:lnTo>
                  <a:pt x="0" y="1010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65462" y="0"/>
            <a:ext cx="11357076" cy="10136190"/>
          </a:xfrm>
          <a:custGeom>
            <a:avLst/>
            <a:gdLst/>
            <a:ahLst/>
            <a:cxnLst/>
            <a:rect r="r" b="b" t="t" l="l"/>
            <a:pathLst>
              <a:path h="10136190" w="11357076">
                <a:moveTo>
                  <a:pt x="0" y="0"/>
                </a:moveTo>
                <a:lnTo>
                  <a:pt x="11357076" y="0"/>
                </a:lnTo>
                <a:lnTo>
                  <a:pt x="11357076" y="10136190"/>
                </a:lnTo>
                <a:lnTo>
                  <a:pt x="0" y="10136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062436" y="240416"/>
            <a:ext cx="10769294" cy="10989075"/>
          </a:xfrm>
          <a:custGeom>
            <a:avLst/>
            <a:gdLst/>
            <a:ahLst/>
            <a:cxnLst/>
            <a:rect r="r" b="b" t="t" l="l"/>
            <a:pathLst>
              <a:path h="10989075" w="10769294">
                <a:moveTo>
                  <a:pt x="0" y="0"/>
                </a:moveTo>
                <a:lnTo>
                  <a:pt x="10769293" y="0"/>
                </a:lnTo>
                <a:lnTo>
                  <a:pt x="10769293" y="10989075"/>
                </a:lnTo>
                <a:lnTo>
                  <a:pt x="0" y="1098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862441" y="2998097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258" y="2998097"/>
            <a:ext cx="9325087" cy="2238021"/>
          </a:xfrm>
          <a:custGeom>
            <a:avLst/>
            <a:gdLst/>
            <a:ahLst/>
            <a:cxnLst/>
            <a:rect r="r" b="b" t="t" l="l"/>
            <a:pathLst>
              <a:path h="2238021" w="9325087">
                <a:moveTo>
                  <a:pt x="0" y="0"/>
                </a:moveTo>
                <a:lnTo>
                  <a:pt x="9325087" y="0"/>
                </a:lnTo>
                <a:lnTo>
                  <a:pt x="9325087" y="2238021"/>
                </a:lnTo>
                <a:lnTo>
                  <a:pt x="0" y="2238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6868" y="130137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209666" y="3151001"/>
            <a:ext cx="15899960" cy="11746095"/>
          </a:xfrm>
          <a:custGeom>
            <a:avLst/>
            <a:gdLst/>
            <a:ahLst/>
            <a:cxnLst/>
            <a:rect r="r" b="b" t="t" l="l"/>
            <a:pathLst>
              <a:path h="11746095" w="15899960">
                <a:moveTo>
                  <a:pt x="0" y="0"/>
                </a:moveTo>
                <a:lnTo>
                  <a:pt x="15899959" y="0"/>
                </a:lnTo>
                <a:lnTo>
                  <a:pt x="15899959" y="11746095"/>
                </a:lnTo>
                <a:lnTo>
                  <a:pt x="0" y="11746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849366" y="780325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Meaningless Text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66" y="2035431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Nothing to write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64" y="4919345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790" y="2862623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QnA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3994" y="4779568"/>
            <a:ext cx="8459795" cy="40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1"/>
              </a:lnSpc>
            </a:pPr>
            <a:r>
              <a:rPr lang="en-US" sz="3081" spc="-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stop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sungminNoh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202244012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DAHEOLelKY8</dc:identifier>
  <dcterms:modified xsi:type="dcterms:W3CDTF">2011-08-01T06:04:30Z</dcterms:modified>
  <cp:revision>1</cp:revision>
  <dc:title>Blue Modern Project Presentation</dc:title>
</cp:coreProperties>
</file>