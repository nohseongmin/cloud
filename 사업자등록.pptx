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100" d="100"/>
          <a:sy n="100" d="100"/>
        </p:scale>
        <p:origin x="58" y="-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/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168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13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365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80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7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0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63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11/26/2025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83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5527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65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1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lIns="109728" tIns="109728" rIns="109728" bIns="91440" anchor="b"/>
          <a:lstStyle>
            <a:lvl1pPr algn="r">
              <a:defRPr sz="1000" spc="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lIns="109728" tIns="109728" rIns="109728" bIns="91440" anchor="b"/>
          <a:lstStyle>
            <a:lvl1pPr algn="l">
              <a:defRPr sz="1000" spc="4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lIns="109728" tIns="109728" rIns="109728" bIns="9144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34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2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3" r:id="rId11"/>
  </p:sldLayoutIdLst>
  <p:hf sldNum="0" hdr="0" ftr="0" dt="0"/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lang="en-US" sz="4800" kern="1200" cap="none" spc="7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000" kern="1200" spc="3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 spc="3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 spc="3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 spc="3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 spc="3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iros.go.kr/index.jsp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hometax.go.kr/websquare/websquare.html?w2xPath=/ui/pp/index_pp.xml&amp;tmIdx=43&amp;tm2lIdx=4306010000&amp;tm3lIdx=4306010100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A3FCF8-9F74-BA8B-84B0-52562B4E9A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82" b="64"/>
          <a:stretch>
            <a:fillRect/>
          </a:stretch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E7D4E2F-ADCD-6D9E-55D4-7A50F0BEE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2590800"/>
          </a:xfrm>
        </p:spPr>
        <p:txBody>
          <a:bodyPr>
            <a:normAutofit/>
          </a:bodyPr>
          <a:lstStyle/>
          <a:p>
            <a:r>
              <a:rPr lang="ko-KR" altLang="en-US" sz="6600" dirty="0"/>
              <a:t>사업자등록</a:t>
            </a:r>
            <a:r>
              <a:rPr lang="en-US" altLang="ko-KR" sz="6600" dirty="0"/>
              <a:t> : 17</a:t>
            </a:r>
            <a:r>
              <a:rPr lang="ko-KR" altLang="en-US" sz="6600" dirty="0"/>
              <a:t>분 걸림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AB6457-9C6B-B831-FFED-03DA7F1FF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1130" y="4682062"/>
            <a:ext cx="8652788" cy="45720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altLang="ko-KR" sz="1500"/>
              <a:t>202244012</a:t>
            </a:r>
            <a:r>
              <a:rPr lang="ko-KR" altLang="en-US" sz="1500"/>
              <a:t> 노성민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109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91D61A-4B3B-527D-98D1-C563C8C60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준비물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3B7F4B-C022-4678-12C6-F04D25EF9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사업자명</a:t>
            </a:r>
            <a:endParaRPr lang="en-US" altLang="ko-KR" dirty="0"/>
          </a:p>
          <a:p>
            <a:r>
              <a:rPr lang="ko-KR" altLang="en-US" dirty="0"/>
              <a:t>신분증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6176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3AECE-9606-AE89-33E1-F5708994B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사업자</a:t>
            </a:r>
            <a:r>
              <a:rPr lang="en-US" altLang="ko-KR" dirty="0"/>
              <a:t>(</a:t>
            </a:r>
            <a:r>
              <a:rPr lang="ko-KR" altLang="en-US" dirty="0"/>
              <a:t>법인</a:t>
            </a:r>
            <a:r>
              <a:rPr lang="en-US" altLang="ko-KR" dirty="0"/>
              <a:t>)</a:t>
            </a:r>
            <a:r>
              <a:rPr lang="ko-KR" altLang="en-US" dirty="0"/>
              <a:t>명 등록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8B7FB1-D4E0-DD09-FCB8-431159027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600" dirty="0">
                <a:hlinkClick r:id="rId2"/>
              </a:rPr>
              <a:t>https://www.iros.go.kr/index.jsp</a:t>
            </a:r>
            <a:br>
              <a:rPr lang="en-US" altLang="ko-KR" sz="1600" dirty="0"/>
            </a:br>
            <a:r>
              <a:rPr lang="ko-KR" altLang="en-US" sz="1600" dirty="0"/>
              <a:t>인터넷등기소 에서 상호 중복확인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7D0577-8DD1-139B-E638-69CD071A2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917" y="2192045"/>
            <a:ext cx="6508842" cy="384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672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7B4E4A-7C40-D484-7834-BA402208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개인 사업자 등록 신청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F1260E-4EBA-F047-2135-76FAE8E1C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홈택스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개인 사업자 등록 신청</a:t>
            </a:r>
            <a:endParaRPr lang="en-US" altLang="ko-KR" dirty="0"/>
          </a:p>
          <a:p>
            <a:r>
              <a:rPr lang="en-US" altLang="ko-KR" sz="600" dirty="0">
                <a:hlinkClick r:id="rId2"/>
              </a:rPr>
              <a:t>https://hometax.go.kr/websquare/websquare.html?w2xPath=/ui/pp/index_pp.xml&amp;tmIdx=43&amp;tm2lIdx=4306010000&amp;tm3lIdx=4306010100</a:t>
            </a:r>
            <a:endParaRPr lang="ko-KR" altLang="en-US" sz="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85C7C0-162E-E9EB-6F70-1681FC327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189" y="1961212"/>
            <a:ext cx="3696216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019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14B1B-EB77-20AF-2B78-E079B8A29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간단한 폼 작성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540372-B58B-2230-DDD8-C5420F41C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업종 코드</a:t>
            </a:r>
            <a:endParaRPr lang="en-US" altLang="ko-KR" dirty="0"/>
          </a:p>
          <a:p>
            <a:r>
              <a:rPr lang="ko-KR" altLang="en-US" dirty="0"/>
              <a:t>간이사업자 불가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&gt;</a:t>
            </a:r>
            <a:r>
              <a:rPr lang="ko-KR" altLang="en-US" dirty="0"/>
              <a:t>일반 사업자로 등록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733AA16-278C-D710-4522-590C0ABF9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332" y="2103120"/>
            <a:ext cx="7798202" cy="397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04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035B73-A54A-DDD9-D5A2-BD81D756D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신분증 </a:t>
            </a:r>
            <a:r>
              <a:rPr lang="ko-KR" altLang="en-US" dirty="0" err="1"/>
              <a:t>스캔본</a:t>
            </a:r>
            <a:r>
              <a:rPr lang="ko-KR" altLang="en-US" dirty="0"/>
              <a:t> 업로드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552CD2-0130-1737-0873-9BBA2FDF4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어도비</a:t>
            </a:r>
            <a:r>
              <a:rPr lang="ko-KR" altLang="en-US" dirty="0"/>
              <a:t> 스캔 활용</a:t>
            </a:r>
          </a:p>
        </p:txBody>
      </p:sp>
      <p:sp>
        <p:nvSpPr>
          <p:cNvPr id="4" name="AutoShape 2" descr="Adobe Scan AI PDF Scanner, OCR – Apps on Google Play">
            <a:extLst>
              <a:ext uri="{FF2B5EF4-FFF2-40B4-BE49-F238E27FC236}">
                <a16:creationId xmlns:a16="http://schemas.microsoft.com/office/drawing/2014/main" id="{067A2A15-4F89-B7AB-2699-449D4DE61B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15FA572-3C48-B985-5467-739B695D3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528" y="2103120"/>
            <a:ext cx="3419952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325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3D8B66-EE4A-AFE6-6C5D-BF6F44B58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1-2</a:t>
            </a:r>
            <a:r>
              <a:rPr lang="ko-KR" altLang="en-US" dirty="0"/>
              <a:t>일 후 완료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C15D94-58EF-E3C6-8740-A52B41BD7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7598E26-15BA-434B-4349-37BA14FE3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760" y="2093266"/>
            <a:ext cx="7298452" cy="385947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0E45C90-A6B0-9B39-B4E5-9E30FAF84904}"/>
              </a:ext>
            </a:extLst>
          </p:cNvPr>
          <p:cNvSpPr/>
          <p:nvPr/>
        </p:nvSpPr>
        <p:spPr>
          <a:xfrm>
            <a:off x="4109776" y="3346101"/>
            <a:ext cx="713433" cy="14385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760657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Microsoft GothicNe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Microsoft GothicNe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103</Words>
  <Application>Microsoft Office PowerPoint</Application>
  <PresentationFormat>와이드스크린</PresentationFormat>
  <Paragraphs>17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Microsoft GothicNeo</vt:lpstr>
      <vt:lpstr>Arial</vt:lpstr>
      <vt:lpstr>Garamond</vt:lpstr>
      <vt:lpstr>SavonVTI</vt:lpstr>
      <vt:lpstr>사업자등록 : 17분 걸림</vt:lpstr>
      <vt:lpstr>준비물</vt:lpstr>
      <vt:lpstr>사업자(법인)명 등록</vt:lpstr>
      <vt:lpstr>개인 사업자 등록 신청</vt:lpstr>
      <vt:lpstr>간단한 폼 작성</vt:lpstr>
      <vt:lpstr>신분증 스캔본 업로드</vt:lpstr>
      <vt:lpstr>1-2일 후 완료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노성민[컴퓨터정보공학과]</dc:creator>
  <cp:lastModifiedBy>노성민[컴퓨터정보공학과]</cp:lastModifiedBy>
  <cp:revision>4</cp:revision>
  <dcterms:created xsi:type="dcterms:W3CDTF">2025-11-26T03:12:15Z</dcterms:created>
  <dcterms:modified xsi:type="dcterms:W3CDTF">2025-11-26T03:25:31Z</dcterms:modified>
</cp:coreProperties>
</file>